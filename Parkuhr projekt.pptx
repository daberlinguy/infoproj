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5AD90-2F27-9143-535C-7EF71670D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04CD51-4F1E-4A47-5CA0-CC04D7F3F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1E9E3C-4D76-799D-3289-15AE36ED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5438DE-39F7-9224-C26D-19069C1C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3DD595-8296-2DCB-E223-A83E32A8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245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F6E5A-B573-1CD6-646C-D70D9B76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AA458A-164F-F6EF-C475-269E5897F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6A7383-D08C-9D51-0202-3E2BBD48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249493-DC35-D3F8-BB01-0FDB83CF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B58035-863D-0917-3E67-56FB27D5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325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E9531-0246-C793-06D8-7C806704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4EE114-DC77-4A27-87D2-43893FAA9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BC4B17-1096-8C83-4C92-E688A2AC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44268C-0AE3-8546-8403-010B62E3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A000C1-3A13-F777-F858-F3CFAFA0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9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1C4D8F-22F9-BD64-8F07-BB98265C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4B58C3-713A-5624-6AB6-887D52364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9E4160-1CF0-847D-3B63-464572D7E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B78400-BF05-0EE5-5CCD-24A42ACC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D06377-1ACC-6851-718C-6A0876B9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928A26-2DAA-AEEC-A831-884B326F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910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6C6990-C8F6-42DA-BAD9-ACEA0DD1C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9702CE-28C2-1A36-CF28-D1B3A8710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00B0E5-C780-BA66-A9F8-93B54589F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4C8B9D6-09C7-ED88-59D6-600521DBA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36434BB-9979-02A2-E86B-0532C245F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194191-4EA4-2E19-8814-75566EBF7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09F5140-F4AC-0269-F434-E1A3AF30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A92D969-DC5C-696F-4536-86B186AD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427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BD708-B9E2-1085-14D9-60BA4FDB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76A2B2-F55E-27A1-94D6-8B743E35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CEF51B-68F5-2A92-6252-08913D8A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E1372C-2076-B155-94F2-4882F343F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376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A2BD2E-A43E-6DDA-48DB-CA2FE00B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730B48-CB47-C95C-A392-34324C26C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D5319A-F8DF-28C3-E562-90E0FC9B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4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967229-1A67-78CD-BCF2-483270FC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9068E0-986F-7813-E18E-F0D4632E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0D6B00-08DD-0D9F-FBB2-750EBF338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3F22F-9EAF-5D6F-5169-966D2754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25FD86-A187-8F3F-9F9A-2FE31845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C371B4-FE70-EBAA-B463-7231C84B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3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496A4E-D311-4494-7DF0-C306EC64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543BF33-5F9F-73C9-59EE-639FAE022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738381-8BC5-B404-366D-060DA6D42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60191F-D31B-FDEA-5E62-099539CE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8F2C59-12E7-5986-2116-3B6ADB4E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3D55A2-3B29-0FE1-30F7-7B7B191C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18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DE3142-9EFB-42B1-E755-8AF5A376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113A4F-0F20-74C1-C4A8-D1198F911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0B0F77-CA69-3141-4925-0D3C2F0F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3773EE-7F57-1654-18A5-ECE32D44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0BC66B-CCE2-17E8-EF0A-6B821480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05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EF7AD98-3181-03CE-C6A7-E34F5E18F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510A8B-0BF2-0033-EADE-54303E503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91E0D2-C8FF-9089-11A5-9294B593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86CDDF-211A-59EE-70EB-5611CCD1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0168C5-0899-3548-AC29-4A72BC45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23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E18987-2AA0-6304-56B4-F4FDEA73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9AFB12-B771-7F44-8FC6-E0ACD9826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87FC7F-4143-68D8-516E-CBADD9613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73B27-069A-4C3F-8C76-48680FDBF81B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0B5B96-DF0E-70BA-8ABE-7414F018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2319DF-DF29-CDC5-B5A2-7520F9B77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771900-124C-44E4-B2C1-C51F67CA0F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2713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E67BC8-7B21-8327-BC10-081B5B04E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Parkuhr </a:t>
            </a:r>
            <a:r>
              <a:rPr lang="de-DE" dirty="0"/>
              <a:t>P</a:t>
            </a:r>
            <a:r>
              <a:rPr lang="de-DE"/>
              <a:t>rojekt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525044-02F5-D6EE-7BB9-FCF0E3E89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Sebastian, Vico, Étienne, Benjamin</a:t>
            </a:r>
          </a:p>
        </p:txBody>
      </p:sp>
    </p:spTree>
    <p:extLst>
      <p:ext uri="{BB962C8B-B14F-4D97-AF65-F5344CB8AC3E}">
        <p14:creationId xmlns:p14="http://schemas.microsoft.com/office/powerpoint/2010/main" val="3269720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D8700-ECF9-75D7-3B36-0B3469E6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2C063C-B6D5-47CB-0F46-17F688771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Ideenvorstellung</a:t>
            </a:r>
          </a:p>
          <a:p>
            <a:r>
              <a:rPr lang="de-DE" dirty="0"/>
              <a:t>Ziele</a:t>
            </a:r>
          </a:p>
          <a:p>
            <a:r>
              <a:rPr lang="de-DE" dirty="0"/>
              <a:t>Vorgehensweise</a:t>
            </a:r>
          </a:p>
          <a:p>
            <a:r>
              <a:rPr lang="de-DE" dirty="0"/>
              <a:t>Probleme</a:t>
            </a:r>
          </a:p>
          <a:p>
            <a:r>
              <a:rPr lang="de-DE" dirty="0"/>
              <a:t>UML Diagramm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104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15D4CF-A9E4-1F53-D6D0-722C0A6C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Ideenvorstellung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5CC308-7899-2764-6A2A-B0B972B10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2D Jump and Run mit Minecraft Texturen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729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4B6BA-3622-AB45-7006-A33619F41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E872DC-4B0F-0B2F-9F2C-CDC1D8F9F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Jump and Run Elemente (geschafft)</a:t>
            </a:r>
          </a:p>
          <a:p>
            <a:r>
              <a:rPr lang="de-DE" dirty="0"/>
              <a:t>2 Spieler (nicht geschafft)</a:t>
            </a:r>
          </a:p>
          <a:p>
            <a:r>
              <a:rPr lang="de-DE" dirty="0"/>
              <a:t>Endlos Modus (nicht geschafft)</a:t>
            </a:r>
          </a:p>
          <a:p>
            <a:r>
              <a:rPr lang="de-DE" dirty="0"/>
              <a:t>Verschiedene Plattformarten (geschafft)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664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99FAA4-4160-CA64-2A16-FD60E6416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Vorgehensweise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406BAC-2668-9FBD-C6C8-C47E8F6C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größtenteils an das Spiralmodell gehalten</a:t>
            </a:r>
          </a:p>
          <a:p>
            <a:r>
              <a:rPr lang="de-DE" dirty="0"/>
              <a:t>Jeder seine Aufgabenbereiche: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992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4D7B5-8E2B-1B70-7FF3-4CDA2263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 - Gruppendynamik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60CB16-C1BA-0E6A-0E6F-5DA445E5B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Keine</a:t>
            </a:r>
          </a:p>
          <a:p>
            <a:r>
              <a:rPr lang="de-DE" dirty="0"/>
              <a:t>Wir sind eine Einheit und harmonieren perfekt👨‍👩‍👧‍👦</a:t>
            </a:r>
          </a:p>
        </p:txBody>
      </p:sp>
    </p:spTree>
    <p:extLst>
      <p:ext uri="{BB962C8B-B14F-4D97-AF65-F5344CB8AC3E}">
        <p14:creationId xmlns:p14="http://schemas.microsoft.com/office/powerpoint/2010/main" val="302851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36F04-A855-2919-517F-7256D8754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8AC132-2F9F-55DF-34B7-572266F59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Tickrate</a:t>
            </a:r>
            <a:r>
              <a:rPr lang="de-DE" dirty="0"/>
              <a:t> von </a:t>
            </a:r>
            <a:r>
              <a:rPr lang="de-DE" dirty="0" err="1"/>
              <a:t>Pygame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der Spieler kann sich durch Plattformen bewegen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6379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Breitbild</PresentationFormat>
  <Paragraphs>23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</vt:lpstr>
      <vt:lpstr>Parkuhr Projekt</vt:lpstr>
      <vt:lpstr>Gliederung</vt:lpstr>
      <vt:lpstr>Ideenvorstellung</vt:lpstr>
      <vt:lpstr>Ziele</vt:lpstr>
      <vt:lpstr>Vorgehensweise</vt:lpstr>
      <vt:lpstr>Probleme - Gruppendynamik</vt:lpstr>
      <vt:lpstr>Probleme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Leonard Krüger</dc:creator>
  <cp:lastModifiedBy>Benjamin Leonard Krüger</cp:lastModifiedBy>
  <cp:revision>3</cp:revision>
  <dcterms:created xsi:type="dcterms:W3CDTF">2026-02-27T11:28:33Z</dcterms:created>
  <dcterms:modified xsi:type="dcterms:W3CDTF">2026-03-02T07:20:05Z</dcterms:modified>
</cp:coreProperties>
</file>